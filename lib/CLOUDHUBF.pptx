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9" r:id="rId2"/>
    <p:sldId id="261" r:id="rId3"/>
    <p:sldId id="258" r:id="rId4"/>
    <p:sldId id="260" r:id="rId5"/>
    <p:sldId id="257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2B28-F898-CB34-324E-4C4CEAF46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D6B5B-00F7-505C-AA41-CFEB75DDBE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E22CD-7372-149D-F958-9083D6DD9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0931-6CDA-47F5-A15D-73417B2550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77826-7890-6C9B-9B7C-250A4727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0EEF4-1BF4-4CAA-00A1-5F719754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D015-3588-43E1-8615-AD6335CF9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381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86DD-4ED4-C824-550B-E4319693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96798-E534-BC3D-F801-769AFF5E5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059BF-5B13-C17D-05C7-DE6E3706B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0931-6CDA-47F5-A15D-73417B2550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A55E4-6FA5-1E3E-4FEF-33145E7B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084CE-D6FC-894B-08B8-7FCF9389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D015-3588-43E1-8615-AD6335CF9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81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6DED1-7A20-7850-B2D6-3D2360A51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9B9A1-C314-0A7A-CE85-49F677A7E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FAE69-4598-5F5B-4D19-45C55BD33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0931-6CDA-47F5-A15D-73417B2550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6FE75-4DCC-5075-072D-8937B0523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CF7A5-309C-A02D-1840-94C5F0E0D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D015-3588-43E1-8615-AD6335CF9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778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BBA9-C84E-DA18-3573-D4423D2A1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BD13D-97F6-1FD0-F2DA-B18D6F22E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645D0D-228D-C4FB-4C1A-E7AD6A37B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92E7C-89D9-D483-F0DD-A2D4A3EFF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0931-6CDA-47F5-A15D-73417B2550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4635A-3B6F-BE7B-62E0-B3142F063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FF4F9-AC91-59C0-84B7-709B94DC6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D015-3588-43E1-8615-AD6335CF9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92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55AD1-F3A1-80BB-BE22-76558C6C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D3849-9495-8BF7-127C-E3F0C1A1F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9FC71-3DFF-1FE9-BC97-2EC6AB994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35DBC5-A0AB-83A6-2335-118A174F0E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BF8587-93EC-CAD9-4E2D-2A187109AF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A2C39-2C51-011F-065B-C9F1C778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0931-6CDA-47F5-A15D-73417B2550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8386B2-3AEE-A721-BB86-4982045F3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E5626D-8128-B8E4-00F4-5DC7CD5A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D015-3588-43E1-8615-AD6335CF9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332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A22A5-44F6-F1FE-3C24-5672C8841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6F8D1F-E8FE-C855-87A5-1DE976FED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0931-6CDA-47F5-A15D-73417B2550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A0441E-B000-462F-D631-AEF3951C0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2167F-CAF0-3EF0-B8F6-CFEF9D513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D015-3588-43E1-8615-AD6335CF9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142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E4C1AA-9DDB-07FD-9617-83004A15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0931-6CDA-47F5-A15D-73417B2550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7022B-9680-E176-E5EC-66A87FE76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38C00-E503-DEAB-74FC-8E766CD2E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D015-3588-43E1-8615-AD6335CF9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014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9AD1-EF21-81D8-EF7E-290F02585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74091-1D4E-C9DA-9325-31CF62934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17E1E-54B5-2D21-A9A7-826C199C1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B050A-5FA5-D694-55C6-B5E6010CB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0931-6CDA-47F5-A15D-73417B2550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41744-3414-D641-C249-1E842C68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D6FA8-B6AA-DB1A-70DE-1D0166080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D015-3588-43E1-8615-AD6335CF9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65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C5431-94D3-AA22-C9AA-A7AF89EE3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933768-E5DD-BB01-DCF6-618B6986A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A2274-3356-4E2F-1376-7A0C40BB7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58A4F-8E04-594C-7AE3-F46CC34C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0931-6CDA-47F5-A15D-73417B2550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B40FD-140E-496F-CD9F-E5DBCF2A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C4A65-E816-A13E-E4C9-7AEA1B1E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D015-3588-43E1-8615-AD6335CF9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92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4A5C6-88C6-3633-4D2F-FC441503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57FDCE-B5D9-95C4-72A0-AAD477ADE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F8669-1956-FD87-FC96-B6D2BF7C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0931-6CDA-47F5-A15D-73417B2550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9D4C1-7393-8B2D-A0C1-7D8C33F55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6A433-46E7-171D-F7E0-472F58513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D015-3588-43E1-8615-AD6335CF9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16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0DE300-CB45-51A3-E370-869D5B580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C7599-6499-39D2-594B-8E5E3EC58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BB0A1-911B-03AD-09AC-809645B1C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A0931-6CDA-47F5-A15D-73417B2550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992B2-278A-F8E0-D5FC-3F9D0A80F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C1EC1-E9AD-CE9F-9CF5-19AACEE1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D015-3588-43E1-8615-AD6335CF9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445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C491AB-6DF2-BC0D-04D7-54579BCB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D963A-7B4F-4708-E20D-711C4FE83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BAE3E-001D-9FD0-1EA7-82318AD6C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A0931-6CDA-47F5-A15D-73417B2550A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2353D-6385-4D2A-4536-B335E318DD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25800-D2A7-9675-2BE7-4F6B55E9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BD015-3588-43E1-8615-AD6335CF9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5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3293E0-0CCA-E70B-7AA3-620A3ECBE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38454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219AAB6-1E56-7239-3243-8991B49AC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684" y="6243484"/>
            <a:ext cx="3274142" cy="41295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Bodoni MT Black" panose="02070A03080606020203" pitchFamily="18" charset="0"/>
              </a:rPr>
              <a:t>Garima Agarwal</a:t>
            </a:r>
          </a:p>
        </p:txBody>
      </p:sp>
    </p:spTree>
    <p:extLst>
      <p:ext uri="{BB962C8B-B14F-4D97-AF65-F5344CB8AC3E}">
        <p14:creationId xmlns:p14="http://schemas.microsoft.com/office/powerpoint/2010/main" val="3173826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FF3E67-5538-FA52-AC55-1A8A613FB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4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7E571-7FA9-CDBD-84F6-DF7D95A8D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2" y="276635"/>
            <a:ext cx="11245645" cy="2112604"/>
          </a:xfrm>
        </p:spPr>
        <p:txBody>
          <a:bodyPr>
            <a:normAutofit/>
          </a:bodyPr>
          <a:lstStyle/>
          <a:p>
            <a:endParaRPr lang="en-IN" sz="3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FB0FF9-CF03-D12D-9295-3D8EE105F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18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45EAF1-0A96-EF6B-5568-C48889C9D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8" y="0"/>
            <a:ext cx="12170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9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F6C19B-211A-ADB5-B59F-A28C33C7C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4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E85137-DC1F-A937-A48C-33CE1B571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24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D3F802-E2CE-5823-674E-CBB822E3E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570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5F0EF5-3C4E-2835-E5DB-39A237C3A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040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2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Bodoni MT Black</vt:lpstr>
      <vt:lpstr>Office Theme</vt:lpstr>
      <vt:lpstr>Garima Agarwal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nancy abrol</dc:creator>
  <cp:lastModifiedBy>nancy abrol</cp:lastModifiedBy>
  <cp:revision>1</cp:revision>
  <dcterms:created xsi:type="dcterms:W3CDTF">2026-07-16T19:17:46Z</dcterms:created>
  <dcterms:modified xsi:type="dcterms:W3CDTF">2026-07-16T19:48:12Z</dcterms:modified>
</cp:coreProperties>
</file>